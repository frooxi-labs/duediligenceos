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dos-deck-v2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dos-deck-v2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dos-deck-v2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dos-deck-v2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dos-deck-v2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dos-deck-v2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dos-deck-v2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dos-deck-v2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dos-deck-v2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dos-deck-v2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dos-deck-v2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dos-deck-v2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dos-deck-v2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dos-deck-v2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DueDiligenceOS — Band of Agents (Track 3)</dc:title>
  <dc:subject>PptxGenJS Presentation</dc:subject>
  <dc:creator>DueDiligenceOS</dc:creator>
  <cp:lastModifiedBy>DueDiligenceOS</cp:lastModifiedBy>
  <cp:revision>1</cp:revision>
  <dcterms:created xsi:type="dcterms:W3CDTF">2026-06-15T14:52:13Z</dcterms:created>
  <dcterms:modified xsi:type="dcterms:W3CDTF">2026-06-15T14:52:13Z</dcterms:modified>
</cp:coreProperties>
</file>